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8" autoAdjust="0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10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6100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685800"/>
            <a:ext cx="109728" cy="109728"/>
          </a:xfrm>
          <a:prstGeom prst="ellipse">
            <a:avLst/>
          </a:prstGeom>
          <a:solidFill>
            <a:srgbClr val="FF9900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744200" y="1234440"/>
            <a:ext cx="146304" cy="146304"/>
          </a:xfrm>
          <a:prstGeom prst="ellipse">
            <a:avLst/>
          </a:prstGeom>
          <a:solidFill>
            <a:srgbClr val="0972D3">
              <a:alpha val="5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104120" y="1874520"/>
            <a:ext cx="82296" cy="82296"/>
          </a:xfrm>
          <a:prstGeom prst="ellipse">
            <a:avLst/>
          </a:prstGeom>
          <a:solidFill>
            <a:srgbClr val="FF99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109960" y="1965960"/>
            <a:ext cx="182880" cy="182880"/>
          </a:xfrm>
          <a:prstGeom prst="ellipse">
            <a:avLst/>
          </a:prstGeom>
          <a:solidFill>
            <a:srgbClr val="0972D3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646920" y="2514600"/>
            <a:ext cx="100584" cy="100584"/>
          </a:xfrm>
          <a:prstGeom prst="ellipse">
            <a:avLst/>
          </a:prstGeom>
          <a:solidFill>
            <a:srgbClr val="FF9900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835640" y="2880360"/>
            <a:ext cx="128016" cy="128016"/>
          </a:xfrm>
          <a:prstGeom prst="ellipse">
            <a:avLst/>
          </a:prstGeom>
          <a:solidFill>
            <a:srgbClr val="0972D3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418320" y="3337560"/>
            <a:ext cx="73152" cy="73152"/>
          </a:xfrm>
          <a:prstGeom prst="ellipse">
            <a:avLst/>
          </a:prstGeom>
          <a:solidFill>
            <a:srgbClr val="FF9900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338560" y="3657600"/>
            <a:ext cx="91440" cy="91440"/>
          </a:xfrm>
          <a:prstGeom prst="ellipse">
            <a:avLst/>
          </a:prstGeom>
          <a:solidFill>
            <a:srgbClr val="0972D3">
              <a:alpha val="3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66960" y="685800"/>
            <a:ext cx="777240" cy="54864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744200" y="1234440"/>
            <a:ext cx="365760" cy="73152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966960" y="685800"/>
            <a:ext cx="137160" cy="118872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104120" y="1874520"/>
            <a:ext cx="0" cy="64008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646920" y="2514600"/>
            <a:ext cx="1188720" cy="36576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835640" y="2880360"/>
            <a:ext cx="502920" cy="77724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109960" y="1965960"/>
            <a:ext cx="0" cy="91440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269748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Management: Web Server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502920" y="40690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C9D3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Apache HTTP 서버 설치와 구동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Management Practice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97764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3977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68680" y="256032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 Client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45575" y="256032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945575" y="25603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 Server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46120" y="2788920"/>
            <a:ext cx="5699455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246120" y="2377440"/>
            <a:ext cx="5699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86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request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46120" y="3794760"/>
            <a:ext cx="5699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972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response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4160520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TCP/IP Protocol 위에서 전송됨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5074920"/>
            <a:ext cx="11185855" cy="1280160"/>
          </a:xfrm>
          <a:prstGeom prst="roundRect">
            <a:avLst>
              <a:gd name="adj" fmla="val 6429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22376" y="5294376"/>
            <a:ext cx="521208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22376" y="5294376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22376" y="5678424"/>
            <a:ext cx="107469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클라이언트(브라우저)가 웹 서버에 HTTP request를 보내면, 서버는 요청받은 데이터를 담아 HTTP response로 응답합니다.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Management Practice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Shape 7"/>
          <p:cNvSpPr/>
          <p:nvPr/>
        </p:nvSpPr>
        <p:spPr>
          <a:xfrm>
            <a:off x="3246120" y="3581400"/>
            <a:ext cx="5699455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97764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3977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 Server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 요청을 처리(serve)할 수 있는 서버 소프트웨어</a:t>
            </a:r>
            <a:endParaRPr lang="en-US" sz="17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브라우저가 HTTP 프로토콜로 파일을 요청하면, 웹 서버는: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00888" y="2926080"/>
            <a:ext cx="3383280" cy="1234440"/>
          </a:xfrm>
          <a:prstGeom prst="roundRect">
            <a:avLst>
              <a:gd name="adj" fmla="val 6667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02056" y="3342132"/>
            <a:ext cx="402336" cy="402336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02056" y="33421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78128" y="30906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수신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478128" y="34930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브라우저의 요청을 받아들임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04208" y="2926080"/>
            <a:ext cx="3383280" cy="1234440"/>
          </a:xfrm>
          <a:prstGeom prst="roundRect">
            <a:avLst>
              <a:gd name="adj" fmla="val 6667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605376" y="3342132"/>
            <a:ext cx="402336" cy="402336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605376" y="33421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81448" y="30906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탐색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181448" y="34930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요청된 문서를 찾음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07528" y="2926080"/>
            <a:ext cx="3383280" cy="1234440"/>
          </a:xfrm>
          <a:prstGeom prst="roundRect">
            <a:avLst>
              <a:gd name="adj" fmla="val 6667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308696" y="3342132"/>
            <a:ext cx="402336" cy="402336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308696" y="33421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84768" y="30906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전송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884768" y="34930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문서를 브라우저로 전송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617720"/>
            <a:ext cx="11185855" cy="1691640"/>
          </a:xfrm>
          <a:prstGeom prst="roundRect">
            <a:avLst>
              <a:gd name="adj" fmla="val 4865"/>
            </a:avLst>
          </a:prstGeom>
          <a:solidFill>
            <a:srgbClr val="FFF3DF"/>
          </a:solidFill>
          <a:ln w="12700">
            <a:solidFill>
              <a:srgbClr val="F0C7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722376" y="4837176"/>
            <a:ext cx="2098548" cy="256032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22376" y="4837176"/>
            <a:ext cx="20985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Apache Web Server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22376" y="5221224"/>
            <a:ext cx="1074694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오픈소스이며 크로스 플랫폼(cross-platform)을 지원하는 대표적인 웹 서버</a:t>
            </a:r>
            <a:endParaRPr lang="en-US" sz="13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</a:t>
            </a:r>
            <a:r>
              <a:rPr lang="en-US" sz="135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실습에서는</a:t>
            </a: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5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</a:t>
            </a:r>
            <a:r>
              <a:rPr lang="en-US" altLang="ko-KR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5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</a:t>
            </a:r>
            <a:r>
              <a:rPr lang="ko-KR" alt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이용하여 </a:t>
            </a: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Apache Web</a:t>
            </a:r>
            <a:r>
              <a:rPr lang="ko-KR" alt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5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</a:t>
            </a:r>
            <a:r>
              <a:rPr lang="en-US" sz="135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</a:t>
            </a: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5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설치하고</a:t>
            </a: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구동합니다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Management Practice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Install Apache HTTP Server (1)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272284"/>
            <a:ext cx="438912" cy="438912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22722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0345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Check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43000" y="24734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httpd 패키지 설치 여부 확인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17720" y="1783080"/>
            <a:ext cx="7071055" cy="1417320"/>
          </a:xfrm>
          <a:prstGeom prst="roundRect">
            <a:avLst>
              <a:gd name="adj" fmla="val 5161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782312" y="1881835"/>
            <a:ext cx="6741871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list installed | grep httpd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3817620"/>
            <a:ext cx="438912" cy="438912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38176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35798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Info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43000" y="40187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httpd 패키지 정보 확인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17720" y="3328416"/>
            <a:ext cx="7071055" cy="1417320"/>
          </a:xfrm>
          <a:prstGeom prst="roundRect">
            <a:avLst>
              <a:gd name="adj" fmla="val 5161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782312" y="3427171"/>
            <a:ext cx="6741871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info httpd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5362956"/>
            <a:ext cx="438912" cy="438912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2920" y="53629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51252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Installation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43000" y="556412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httpd 패키지 설치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17720" y="4873752"/>
            <a:ext cx="7071055" cy="1417320"/>
          </a:xfrm>
          <a:prstGeom prst="roundRect">
            <a:avLst>
              <a:gd name="adj" fmla="val 5161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782312" y="4972507"/>
            <a:ext cx="6741871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dnf install httpd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Management Practice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Install Apache HTTP Server (2)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272284"/>
            <a:ext cx="438912" cy="438912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22722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0345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Service Startup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43000" y="24734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httpd 서비스를 시작하고 상태 확인, 부팅 시 자동 시작 설정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17720" y="1783080"/>
            <a:ext cx="7071055" cy="1417320"/>
          </a:xfrm>
          <a:prstGeom prst="roundRect">
            <a:avLst>
              <a:gd name="adj" fmla="val 5161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782312" y="1881835"/>
            <a:ext cx="6741871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start httpd</a:t>
            </a:r>
            <a:endParaRPr lang="en-US" sz="13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status httpd</a:t>
            </a:r>
            <a:endParaRPr lang="en-US" sz="13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enable httpd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3429000"/>
            <a:ext cx="5410048" cy="2606040"/>
          </a:xfrm>
          <a:prstGeom prst="roundRect">
            <a:avLst>
              <a:gd name="adj" fmla="val 3158"/>
            </a:avLst>
          </a:prstGeom>
          <a:solidFill>
            <a:srgbClr val="FFF3DF"/>
          </a:solidFill>
          <a:ln w="12700">
            <a:solidFill>
              <a:srgbClr val="F0C7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22376" y="3648456"/>
            <a:ext cx="1257300" cy="256032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22376" y="3648456"/>
            <a:ext cx="1257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보안 그룹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22376" y="4032504"/>
            <a:ext cx="497113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Security Group의 Inbound Rules에서 TCP 80번 포트로 들어오는 트래픽을 허용해야 합니다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허용하지 않으면 외부에서 브라우저로 접속할 수 없습니다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78728" y="3429000"/>
            <a:ext cx="5410048" cy="2606040"/>
          </a:xfrm>
          <a:prstGeom prst="roundRect">
            <a:avLst>
              <a:gd name="adj" fmla="val 3158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498184" y="3648456"/>
            <a:ext cx="1046988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98184" y="3648456"/>
            <a:ext cx="10469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확인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98184" y="4032504"/>
            <a:ext cx="497113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주소창에 EC2의 퍼블릭 IP 또는 퍼블릭 DNS를 입력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httpd의 기본 페이지(Apache Test Page)가 표시되면 설치 및 구동 성공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Management Practice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279</Words>
  <Application>Microsoft Office PowerPoint</Application>
  <PresentationFormat>와이드스크린</PresentationFormat>
  <Paragraphs>70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이지형</cp:lastModifiedBy>
  <cp:revision>3</cp:revision>
  <dcterms:created xsi:type="dcterms:W3CDTF">2026-08-24T13:22:04Z</dcterms:created>
  <dcterms:modified xsi:type="dcterms:W3CDTF">2026-10-18T14:16:46Z</dcterms:modified>
</cp:coreProperties>
</file>